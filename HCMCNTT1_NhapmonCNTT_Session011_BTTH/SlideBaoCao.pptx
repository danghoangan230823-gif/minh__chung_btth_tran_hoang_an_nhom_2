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Số phiếu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bubble3D val="0"/>
            <c:spPr>
              <a:solidFill>
                <a:srgbClr val="C00000"/>
              </a:solidFill>
              <a:effectLst/>
            </c:spPr>
          </c:dPt>
          <c:dPt>
            <c:idx val="2"/>
            <c:bubble3D val="0"/>
            <c:spPr>
              <a:solidFill>
                <a:srgbClr val="70AD47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2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2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2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Đang mượn</c:v>
                </c:pt>
                <c:pt idx="1">
                  <c:v>Quá hạn</c:v>
                </c:pt>
                <c:pt idx="2">
                  <c:v>Đã trả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phiếu mượn chưa trả, trong đó 1 phiếu đã quá hạn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463040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12064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28346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phiếu quá hạn (SV002)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2026-10-21T12:32:18Z</dcterms:created>
  <dcterms:modified xsi:type="dcterms:W3CDTF">2026-10-21T12:32:18Z</dcterms:modified>
</cp:coreProperties>
</file>